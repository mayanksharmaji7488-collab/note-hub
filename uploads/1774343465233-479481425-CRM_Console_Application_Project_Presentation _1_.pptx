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4" r:id="rId10"/>
    <p:sldId id="267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671A9E-459A-A18E-C283-5B35805D6838}" v="9" dt="2025-11-07T02:46:11.741"/>
    <p1510:client id="{F76F46F0-174E-4252-953D-D63D11154660}" v="212" dt="2025-11-07T06:19:43.2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ank Sharma" userId="b66ef258a823b29a" providerId="LiveId" clId="{D7D25A91-67B7-495D-B0E6-C265B9DF99BA}"/>
    <pc:docChg chg="undo custSel addSld delSld modSld">
      <pc:chgData name="Mayank Sharma" userId="b66ef258a823b29a" providerId="LiveId" clId="{D7D25A91-67B7-495D-B0E6-C265B9DF99BA}" dt="2025-11-07T06:19:43.246" v="359" actId="403"/>
      <pc:docMkLst>
        <pc:docMk/>
      </pc:docMkLst>
      <pc:sldChg chg="modSp mod">
        <pc:chgData name="Mayank Sharma" userId="b66ef258a823b29a" providerId="LiveId" clId="{D7D25A91-67B7-495D-B0E6-C265B9DF99BA}" dt="2025-11-06T16:52:32.066" v="7"/>
        <pc:sldMkLst>
          <pc:docMk/>
          <pc:sldMk cId="0" sldId="256"/>
        </pc:sldMkLst>
        <pc:spChg chg="mod">
          <ac:chgData name="Mayank Sharma" userId="b66ef258a823b29a" providerId="LiveId" clId="{D7D25A91-67B7-495D-B0E6-C265B9DF99BA}" dt="2025-11-06T16:52:32.066" v="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yank Sharma" userId="b66ef258a823b29a" providerId="LiveId" clId="{D7D25A91-67B7-495D-B0E6-C265B9DF99BA}" dt="2025-11-06T16:52:32.066" v="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ayank Sharma" userId="b66ef258a823b29a" providerId="LiveId" clId="{D7D25A91-67B7-495D-B0E6-C265B9DF99BA}" dt="2025-11-06T16:59:37.765" v="24" actId="20577"/>
        <pc:sldMkLst>
          <pc:docMk/>
          <pc:sldMk cId="0" sldId="257"/>
        </pc:sldMkLst>
        <pc:spChg chg="mod">
          <ac:chgData name="Mayank Sharma" userId="b66ef258a823b29a" providerId="LiveId" clId="{D7D25A91-67B7-495D-B0E6-C265B9DF99BA}" dt="2025-11-06T16:52:32.066" v="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ayank Sharma" userId="b66ef258a823b29a" providerId="LiveId" clId="{D7D25A91-67B7-495D-B0E6-C265B9DF99BA}" dt="2025-11-06T16:59:37.765" v="2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ayank Sharma" userId="b66ef258a823b29a" providerId="LiveId" clId="{D7D25A91-67B7-495D-B0E6-C265B9DF99BA}" dt="2025-11-06T17:16:59.564" v="39" actId="20577"/>
        <pc:sldMkLst>
          <pc:docMk/>
          <pc:sldMk cId="0" sldId="258"/>
        </pc:sldMkLst>
        <pc:spChg chg="mod">
          <ac:chgData name="Mayank Sharma" userId="b66ef258a823b29a" providerId="LiveId" clId="{D7D25A91-67B7-495D-B0E6-C265B9DF99BA}" dt="2025-11-06T16:52:32.066" v="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yank Sharma" userId="b66ef258a823b29a" providerId="LiveId" clId="{D7D25A91-67B7-495D-B0E6-C265B9DF99BA}" dt="2025-11-06T17:16:59.564" v="39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ayank Sharma" userId="b66ef258a823b29a" providerId="LiveId" clId="{D7D25A91-67B7-495D-B0E6-C265B9DF99BA}" dt="2025-11-06T17:17:36.453" v="53" actId="14100"/>
        <pc:sldMkLst>
          <pc:docMk/>
          <pc:sldMk cId="0" sldId="259"/>
        </pc:sldMkLst>
        <pc:spChg chg="mod">
          <ac:chgData name="Mayank Sharma" userId="b66ef258a823b29a" providerId="LiveId" clId="{D7D25A91-67B7-495D-B0E6-C265B9DF99BA}" dt="2025-11-06T16:52:32.066" v="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yank Sharma" userId="b66ef258a823b29a" providerId="LiveId" clId="{D7D25A91-67B7-495D-B0E6-C265B9DF99BA}" dt="2025-11-06T17:17:36.453" v="53" actId="14100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Mayank Sharma" userId="b66ef258a823b29a" providerId="LiveId" clId="{D7D25A91-67B7-495D-B0E6-C265B9DF99BA}" dt="2025-11-06T17:18:03.972" v="63" actId="14100"/>
        <pc:sldMkLst>
          <pc:docMk/>
          <pc:sldMk cId="0" sldId="260"/>
        </pc:sldMkLst>
        <pc:spChg chg="mod">
          <ac:chgData name="Mayank Sharma" userId="b66ef258a823b29a" providerId="LiveId" clId="{D7D25A91-67B7-495D-B0E6-C265B9DF99BA}" dt="2025-11-06T16:52:32.066" v="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yank Sharma" userId="b66ef258a823b29a" providerId="LiveId" clId="{D7D25A91-67B7-495D-B0E6-C265B9DF99BA}" dt="2025-11-06T17:18:03.972" v="63" actId="14100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Mayank Sharma" userId="b66ef258a823b29a" providerId="LiveId" clId="{D7D25A91-67B7-495D-B0E6-C265B9DF99BA}" dt="2025-11-06T17:23:49.167" v="84" actId="20577"/>
        <pc:sldMkLst>
          <pc:docMk/>
          <pc:sldMk cId="0" sldId="261"/>
        </pc:sldMkLst>
        <pc:spChg chg="mod">
          <ac:chgData name="Mayank Sharma" userId="b66ef258a823b29a" providerId="LiveId" clId="{D7D25A91-67B7-495D-B0E6-C265B9DF99BA}" dt="2025-11-06T16:52:32.066" v="7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yank Sharma" userId="b66ef258a823b29a" providerId="LiveId" clId="{D7D25A91-67B7-495D-B0E6-C265B9DF99BA}" dt="2025-11-06T17:23:49.167" v="84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ayank Sharma" userId="b66ef258a823b29a" providerId="LiveId" clId="{D7D25A91-67B7-495D-B0E6-C265B9DF99BA}" dt="2025-11-07T06:16:43.890" v="319" actId="20577"/>
        <pc:sldMkLst>
          <pc:docMk/>
          <pc:sldMk cId="0" sldId="262"/>
        </pc:sldMkLst>
        <pc:spChg chg="mod">
          <ac:chgData name="Mayank Sharma" userId="b66ef258a823b29a" providerId="LiveId" clId="{D7D25A91-67B7-495D-B0E6-C265B9DF99BA}" dt="2025-11-06T16:52:32.066" v="7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yank Sharma" userId="b66ef258a823b29a" providerId="LiveId" clId="{D7D25A91-67B7-495D-B0E6-C265B9DF99BA}" dt="2025-11-07T06:16:43.890" v="319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del mod">
        <pc:chgData name="Mayank Sharma" userId="b66ef258a823b29a" providerId="LiveId" clId="{D7D25A91-67B7-495D-B0E6-C265B9DF99BA}" dt="2025-11-06T17:32:04.119" v="162" actId="2696"/>
        <pc:sldMkLst>
          <pc:docMk/>
          <pc:sldMk cId="0" sldId="263"/>
        </pc:sldMkLst>
        <pc:spChg chg="mod">
          <ac:chgData name="Mayank Sharma" userId="b66ef258a823b29a" providerId="LiveId" clId="{D7D25A91-67B7-495D-B0E6-C265B9DF99BA}" dt="2025-11-06T16:52:32.066" v="7"/>
          <ac:spMkLst>
            <pc:docMk/>
            <pc:sldMk cId="0" sldId="263"/>
            <ac:spMk id="2" creationId="{00000000-0000-0000-0000-000000000000}"/>
          </ac:spMkLst>
        </pc:spChg>
        <pc:spChg chg="mod">
          <ac:chgData name="Mayank Sharma" userId="b66ef258a823b29a" providerId="LiveId" clId="{D7D25A91-67B7-495D-B0E6-C265B9DF99BA}" dt="2025-11-06T17:24:39.116" v="106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ayank Sharma" userId="b66ef258a823b29a" providerId="LiveId" clId="{D7D25A91-67B7-495D-B0E6-C265B9DF99BA}" dt="2025-11-07T06:18:18.703" v="325" actId="20577"/>
        <pc:sldMkLst>
          <pc:docMk/>
          <pc:sldMk cId="0" sldId="264"/>
        </pc:sldMkLst>
        <pc:spChg chg="mod">
          <ac:chgData name="Mayank Sharma" userId="b66ef258a823b29a" providerId="LiveId" clId="{D7D25A91-67B7-495D-B0E6-C265B9DF99BA}" dt="2025-11-06T16:52:32.066" v="7"/>
          <ac:spMkLst>
            <pc:docMk/>
            <pc:sldMk cId="0" sldId="264"/>
            <ac:spMk id="2" creationId="{00000000-0000-0000-0000-000000000000}"/>
          </ac:spMkLst>
        </pc:spChg>
        <pc:spChg chg="mod">
          <ac:chgData name="Mayank Sharma" userId="b66ef258a823b29a" providerId="LiveId" clId="{D7D25A91-67B7-495D-B0E6-C265B9DF99BA}" dt="2025-11-07T06:18:18.703" v="325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del mod">
        <pc:chgData name="Mayank Sharma" userId="b66ef258a823b29a" providerId="LiveId" clId="{D7D25A91-67B7-495D-B0E6-C265B9DF99BA}" dt="2025-11-06T17:32:00.308" v="161" actId="2696"/>
        <pc:sldMkLst>
          <pc:docMk/>
          <pc:sldMk cId="0" sldId="265"/>
        </pc:sldMkLst>
        <pc:spChg chg="mod">
          <ac:chgData name="Mayank Sharma" userId="b66ef258a823b29a" providerId="LiveId" clId="{D7D25A91-67B7-495D-B0E6-C265B9DF99BA}" dt="2025-11-06T16:52:32.066" v="7"/>
          <ac:spMkLst>
            <pc:docMk/>
            <pc:sldMk cId="0" sldId="265"/>
            <ac:spMk id="2" creationId="{00000000-0000-0000-0000-000000000000}"/>
          </ac:spMkLst>
        </pc:spChg>
        <pc:spChg chg="mod">
          <ac:chgData name="Mayank Sharma" userId="b66ef258a823b29a" providerId="LiveId" clId="{D7D25A91-67B7-495D-B0E6-C265B9DF99BA}" dt="2025-11-06T17:25:27.376" v="128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del mod">
        <pc:chgData name="Mayank Sharma" userId="b66ef258a823b29a" providerId="LiveId" clId="{D7D25A91-67B7-495D-B0E6-C265B9DF99BA}" dt="2025-11-06T17:36:20.169" v="191" actId="2696"/>
        <pc:sldMkLst>
          <pc:docMk/>
          <pc:sldMk cId="0" sldId="266"/>
        </pc:sldMkLst>
        <pc:spChg chg="mod">
          <ac:chgData name="Mayank Sharma" userId="b66ef258a823b29a" providerId="LiveId" clId="{D7D25A91-67B7-495D-B0E6-C265B9DF99BA}" dt="2025-11-06T16:52:32.066" v="7"/>
          <ac:spMkLst>
            <pc:docMk/>
            <pc:sldMk cId="0" sldId="266"/>
            <ac:spMk id="2" creationId="{00000000-0000-0000-0000-000000000000}"/>
          </ac:spMkLst>
        </pc:spChg>
        <pc:spChg chg="mod">
          <ac:chgData name="Mayank Sharma" userId="b66ef258a823b29a" providerId="LiveId" clId="{D7D25A91-67B7-495D-B0E6-C265B9DF99BA}" dt="2025-11-06T17:26:10.134" v="137" actId="5793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Mayank Sharma" userId="b66ef258a823b29a" providerId="LiveId" clId="{D7D25A91-67B7-495D-B0E6-C265B9DF99BA}" dt="2025-11-07T06:18:43.648" v="334" actId="20577"/>
        <pc:sldMkLst>
          <pc:docMk/>
          <pc:sldMk cId="0" sldId="267"/>
        </pc:sldMkLst>
        <pc:spChg chg="mod">
          <ac:chgData name="Mayank Sharma" userId="b66ef258a823b29a" providerId="LiveId" clId="{D7D25A91-67B7-495D-B0E6-C265B9DF99BA}" dt="2025-11-06T16:52:32.066" v="7"/>
          <ac:spMkLst>
            <pc:docMk/>
            <pc:sldMk cId="0" sldId="267"/>
            <ac:spMk id="2" creationId="{00000000-0000-0000-0000-000000000000}"/>
          </ac:spMkLst>
        </pc:spChg>
        <pc:spChg chg="mod">
          <ac:chgData name="Mayank Sharma" userId="b66ef258a823b29a" providerId="LiveId" clId="{D7D25A91-67B7-495D-B0E6-C265B9DF99BA}" dt="2025-11-07T06:18:43.648" v="334" actId="20577"/>
          <ac:spMkLst>
            <pc:docMk/>
            <pc:sldMk cId="0" sldId="267"/>
            <ac:spMk id="3" creationId="{00000000-0000-0000-0000-000000000000}"/>
          </ac:spMkLst>
        </pc:spChg>
      </pc:sldChg>
      <pc:sldChg chg="addSp delSp modSp new mod">
        <pc:chgData name="Mayank Sharma" userId="b66ef258a823b29a" providerId="LiveId" clId="{D7D25A91-67B7-495D-B0E6-C265B9DF99BA}" dt="2025-11-06T17:59:27.871" v="293" actId="20577"/>
        <pc:sldMkLst>
          <pc:docMk/>
          <pc:sldMk cId="3041734889" sldId="268"/>
        </pc:sldMkLst>
        <pc:spChg chg="mod">
          <ac:chgData name="Mayank Sharma" userId="b66ef258a823b29a" providerId="LiveId" clId="{D7D25A91-67B7-495D-B0E6-C265B9DF99BA}" dt="2025-11-06T17:35:57.131" v="190" actId="27636"/>
          <ac:spMkLst>
            <pc:docMk/>
            <pc:sldMk cId="3041734889" sldId="268"/>
            <ac:spMk id="2" creationId="{2D9186B0-249C-62E4-BE8A-EB8D9BDA8A57}"/>
          </ac:spMkLst>
        </pc:spChg>
        <pc:spChg chg="del">
          <ac:chgData name="Mayank Sharma" userId="b66ef258a823b29a" providerId="LiveId" clId="{D7D25A91-67B7-495D-B0E6-C265B9DF99BA}" dt="2025-11-06T17:36:34.194" v="192"/>
          <ac:spMkLst>
            <pc:docMk/>
            <pc:sldMk cId="3041734889" sldId="268"/>
            <ac:spMk id="3" creationId="{B6EF7ACF-0287-925E-51EE-69155475A8E7}"/>
          </ac:spMkLst>
        </pc:spChg>
        <pc:graphicFrameChg chg="add mod modGraphic">
          <ac:chgData name="Mayank Sharma" userId="b66ef258a823b29a" providerId="LiveId" clId="{D7D25A91-67B7-495D-B0E6-C265B9DF99BA}" dt="2025-11-06T17:57:57.885" v="254" actId="20577"/>
          <ac:graphicFrameMkLst>
            <pc:docMk/>
            <pc:sldMk cId="3041734889" sldId="268"/>
            <ac:graphicFrameMk id="3" creationId="{47CB1DAD-6FC7-46EA-B46C-A364EF21C019}"/>
          </ac:graphicFrameMkLst>
        </pc:graphicFrameChg>
        <pc:graphicFrameChg chg="add mod modGraphic">
          <ac:chgData name="Mayank Sharma" userId="b66ef258a823b29a" providerId="LiveId" clId="{D7D25A91-67B7-495D-B0E6-C265B9DF99BA}" dt="2025-11-06T17:59:27.871" v="293" actId="20577"/>
          <ac:graphicFrameMkLst>
            <pc:docMk/>
            <pc:sldMk cId="3041734889" sldId="268"/>
            <ac:graphicFrameMk id="4" creationId="{283B06BE-B4E4-3D57-6D32-DDAE33ACB748}"/>
          </ac:graphicFrameMkLst>
        </pc:graphicFrameChg>
        <pc:picChg chg="add mod">
          <ac:chgData name="Mayank Sharma" userId="b66ef258a823b29a" providerId="LiveId" clId="{D7D25A91-67B7-495D-B0E6-C265B9DF99BA}" dt="2025-11-06T17:54:59.118" v="234" actId="1076"/>
          <ac:picMkLst>
            <pc:docMk/>
            <pc:sldMk cId="3041734889" sldId="268"/>
            <ac:picMk id="5" creationId="{5C73F4D4-F9F6-09B7-E05E-58268453D814}"/>
          </ac:picMkLst>
        </pc:picChg>
        <pc:picChg chg="add mod">
          <ac:chgData name="Mayank Sharma" userId="b66ef258a823b29a" providerId="LiveId" clId="{D7D25A91-67B7-495D-B0E6-C265B9DF99BA}" dt="2025-11-06T17:58:13.038" v="255" actId="1076"/>
          <ac:picMkLst>
            <pc:docMk/>
            <pc:sldMk cId="3041734889" sldId="268"/>
            <ac:picMk id="7" creationId="{C9F59AF0-00B1-7CD1-6204-729E82EA1B67}"/>
          </ac:picMkLst>
        </pc:picChg>
      </pc:sldChg>
      <pc:sldChg chg="new del">
        <pc:chgData name="Mayank Sharma" userId="b66ef258a823b29a" providerId="LiveId" clId="{D7D25A91-67B7-495D-B0E6-C265B9DF99BA}" dt="2025-11-07T06:18:59.576" v="336" actId="680"/>
        <pc:sldMkLst>
          <pc:docMk/>
          <pc:sldMk cId="1592452239" sldId="269"/>
        </pc:sldMkLst>
      </pc:sldChg>
      <pc:sldChg chg="modSp new mod">
        <pc:chgData name="Mayank Sharma" userId="b66ef258a823b29a" providerId="LiveId" clId="{D7D25A91-67B7-495D-B0E6-C265B9DF99BA}" dt="2025-11-07T06:19:43.246" v="359" actId="403"/>
        <pc:sldMkLst>
          <pc:docMk/>
          <pc:sldMk cId="2424197667" sldId="269"/>
        </pc:sldMkLst>
        <pc:spChg chg="mod">
          <ac:chgData name="Mayank Sharma" userId="b66ef258a823b29a" providerId="LiveId" clId="{D7D25A91-67B7-495D-B0E6-C265B9DF99BA}" dt="2025-11-07T06:19:43.246" v="359" actId="403"/>
          <ac:spMkLst>
            <pc:docMk/>
            <pc:sldMk cId="2424197667" sldId="269"/>
            <ac:spMk id="2" creationId="{D28E7927-D6A8-1C1C-6782-18AED8F5A83B}"/>
          </ac:spMkLst>
        </pc:spChg>
      </pc:sldChg>
    </pc:docChg>
  </pc:docChgLst>
  <pc:docChgLst>
    <pc:chgData name="Guest User" providerId="Windows Live" clId="Web-{DD671A9E-459A-A18E-C283-5B35805D6838}"/>
    <pc:docChg chg="modSld">
      <pc:chgData name="Guest User" userId="" providerId="Windows Live" clId="Web-{DD671A9E-459A-A18E-C283-5B35805D6838}" dt="2025-11-07T02:46:11.741" v="8" actId="20577"/>
      <pc:docMkLst>
        <pc:docMk/>
      </pc:docMkLst>
      <pc:sldChg chg="modSp">
        <pc:chgData name="Guest User" userId="" providerId="Windows Live" clId="Web-{DD671A9E-459A-A18E-C283-5B35805D6838}" dt="2025-11-07T02:46:11.741" v="8" actId="20577"/>
        <pc:sldMkLst>
          <pc:docMk/>
          <pc:sldMk cId="0" sldId="257"/>
        </pc:sldMkLst>
        <pc:spChg chg="mod">
          <ac:chgData name="Guest User" userId="" providerId="Windows Live" clId="Web-{DD671A9E-459A-A18E-C283-5B35805D6838}" dt="2025-11-07T02:46:11.741" v="8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3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81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1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612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44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28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29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35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33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8447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83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04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28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09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08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6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07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CRM Console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t>A Macro Project by</a:t>
            </a:r>
          </a:p>
          <a:p>
            <a:r>
              <a:t>Devesh Koshta &amp; Mayank Sharma</a:t>
            </a:r>
          </a:p>
          <a:p>
            <a:r>
              <a:t>Mentor: Dr. Suchitra Agrawal</a:t>
            </a:r>
          </a:p>
          <a:p>
            <a:r>
              <a:t>MITS, Gwalior (M.P.)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cap="none"/>
              <a:t>CRM Systems Help Manage Customer Relationships And Data.</a:t>
            </a:r>
          </a:p>
          <a:p>
            <a:r>
              <a:rPr lang="en-US" cap="none"/>
              <a:t>Most Existing CRMs Are Cloud-based, Costly, And Complex.</a:t>
            </a:r>
          </a:p>
          <a:p>
            <a:r>
              <a:rPr lang="en-US" cap="none"/>
              <a:t>This Project Presents A Lightweight, Offline CRM Built Using C++.</a:t>
            </a:r>
          </a:p>
          <a:p>
            <a:r>
              <a:rPr lang="en-US" cap="none"/>
              <a:t>It Performs Crud Operations Using File Handling And Modular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/>
              <a:t>Students Often Lack Hands-on Exposure To Real CRM Logic.</a:t>
            </a:r>
          </a:p>
          <a:p>
            <a:r>
              <a:rPr lang="en-US" cap="none"/>
              <a:t>Existing CRMs Are Too Heavy Or Expensive For Small Projects.</a:t>
            </a:r>
          </a:p>
          <a:p>
            <a:r>
              <a:rPr lang="en-US" cap="none"/>
              <a:t>Need For A Simple, Offline Model To Demonstrate CRM Concepts.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5"/>
            <a:ext cx="7773339" cy="2961990"/>
          </a:xfrm>
        </p:spPr>
        <p:txBody>
          <a:bodyPr/>
          <a:lstStyle/>
          <a:p>
            <a:r>
              <a:rPr lang="en-IN" cap="none"/>
              <a:t>Develop A Console-based CRM With CRUD Features.</a:t>
            </a:r>
          </a:p>
          <a:p>
            <a:r>
              <a:rPr lang="en-IN" cap="none"/>
              <a:t>Implement File Handling For Data Persistence.</a:t>
            </a:r>
          </a:p>
          <a:p>
            <a:r>
              <a:rPr lang="en-IN" cap="none"/>
              <a:t>Demonstrate OOP Concepts (Classes, Inheritance, Encapsulation).</a:t>
            </a:r>
          </a:p>
          <a:p>
            <a:r>
              <a:rPr lang="en-IN" cap="none"/>
              <a:t>Ensure Modularity And Reusability In Code.</a:t>
            </a:r>
          </a:p>
          <a:p>
            <a:r>
              <a:rPr lang="en-IN" cap="none"/>
              <a:t>Provide Offline Functionality And Easy Extensibility.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5"/>
            <a:ext cx="7773339" cy="2893164"/>
          </a:xfrm>
        </p:spPr>
        <p:txBody>
          <a:bodyPr/>
          <a:lstStyle/>
          <a:p>
            <a:r>
              <a:rPr lang="en-IN" cap="none"/>
              <a:t>Three Layers: User Interface, Logic, Data Storage.</a:t>
            </a:r>
          </a:p>
          <a:p>
            <a:r>
              <a:rPr lang="en-IN" cap="none"/>
              <a:t>Console-based Menu System For Easy Interaction.</a:t>
            </a:r>
          </a:p>
          <a:p>
            <a:r>
              <a:rPr lang="en-IN" cap="none"/>
              <a:t>File-handling Ensures Local Storage Without Database.</a:t>
            </a:r>
          </a:p>
          <a:p>
            <a:r>
              <a:rPr lang="en-IN" cap="none"/>
              <a:t>Diagram: Simplified Architecture (User → Logic → File).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cap="none"/>
              <a:t>Data Flow: User Inputs → Processed Via CRM manager → Saved In File.</a:t>
            </a:r>
          </a:p>
          <a:p>
            <a:r>
              <a:rPr lang="en-IN" cap="none"/>
              <a:t>Classes: Client, CRM manager, </a:t>
            </a:r>
            <a:r>
              <a:rPr lang="en-IN" cap="none" err="1"/>
              <a:t>Filehandler</a:t>
            </a:r>
            <a:r>
              <a:rPr lang="en-IN" cap="none"/>
              <a:t>.</a:t>
            </a:r>
          </a:p>
          <a:p>
            <a:r>
              <a:rPr lang="en-IN" cap="none"/>
              <a:t>Diagram: DFD (Add, View, Update, Delete → </a:t>
            </a:r>
            <a:r>
              <a:rPr lang="en-IN" cap="none" err="1"/>
              <a:t>Clients.Txt</a:t>
            </a:r>
            <a:r>
              <a:rPr lang="en-IN" cap="none"/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cap="none"/>
              <a:t>Language: Python | IDE: MongoDB &amp; Rechart | Storage: Text Files.</a:t>
            </a:r>
          </a:p>
          <a:p>
            <a:r>
              <a:rPr lang="en-IN" cap="none"/>
              <a:t>Menu-driven Control For All Operations.</a:t>
            </a:r>
          </a:p>
          <a:p>
            <a:r>
              <a:rPr lang="en-IN" cap="none"/>
              <a:t>Efficient File Reading/Writing Ensures Quick Performance.</a:t>
            </a:r>
          </a:p>
          <a:p>
            <a:r>
              <a:rPr lang="en-IN" cap="none"/>
              <a:t>Flow: Menu → Function → File → Output</a:t>
            </a:r>
            <a: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86B0-249C-62E4-BE8A-EB8D9BDA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802068"/>
          </a:xfrm>
        </p:spPr>
        <p:txBody>
          <a:bodyPr>
            <a:normAutofit/>
          </a:bodyPr>
          <a:lstStyle/>
          <a:p>
            <a:r>
              <a:rPr lang="en-US"/>
              <a:t>Output description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73F4D4-F9F6-09B7-E05E-58268453D81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63496" y="2415948"/>
            <a:ext cx="3067534" cy="34242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F59AF0-00B1-7CD1-6204-729E82EA1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372" y="2415948"/>
            <a:ext cx="5209132" cy="3424236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CB1DAD-6FC7-46EA-B46C-A364EF21C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685031"/>
              </p:ext>
            </p:extLst>
          </p:nvPr>
        </p:nvGraphicFramePr>
        <p:xfrm>
          <a:off x="263495" y="2045108"/>
          <a:ext cx="30675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533">
                  <a:extLst>
                    <a:ext uri="{9D8B030D-6E8A-4147-A177-3AD203B41FA5}">
                      <a16:colId xmlns:a16="http://schemas.microsoft.com/office/drawing/2014/main" val="3828640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Client Side 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06986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3B06BE-B4E4-3D57-6D32-DDAE33ACB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23624"/>
              </p:ext>
            </p:extLst>
          </p:nvPr>
        </p:nvGraphicFramePr>
        <p:xfrm>
          <a:off x="3671372" y="2028781"/>
          <a:ext cx="52091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9132">
                  <a:extLst>
                    <a:ext uri="{9D8B030D-6E8A-4147-A177-3AD203B41FA5}">
                      <a16:colId xmlns:a16="http://schemas.microsoft.com/office/drawing/2014/main" val="4048817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Client Entry Form/ Owner side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165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734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/>
              <a:t>Response Time &lt; 1 Second Even With 100 Records.</a:t>
            </a:r>
          </a:p>
          <a:p>
            <a:r>
              <a:rPr lang="en-US" cap="none"/>
              <a:t>Accurate CRUD Operations Verified.</a:t>
            </a:r>
          </a:p>
          <a:p>
            <a:r>
              <a:rPr lang="en-US" cap="none"/>
              <a:t>User Feedback Positive For Simplicity And Reliability.</a:t>
            </a:r>
          </a:p>
          <a:p>
            <a:r>
              <a:rPr lang="en-US" cap="none"/>
              <a:t>Graph: Number Of Clients Vs Response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/>
              <a:t>A Complete CRM Prototype Built Using Python.</a:t>
            </a:r>
          </a:p>
          <a:p>
            <a:r>
              <a:rPr lang="en-US" cap="none"/>
              <a:t>Demonstrates OOP, File Handling, And SDLC Concepts.</a:t>
            </a:r>
          </a:p>
          <a:p>
            <a:r>
              <a:rPr lang="en-US" cap="none"/>
              <a:t>Reliable, Efficient, And Educational.</a:t>
            </a:r>
          </a:p>
          <a:p>
            <a:r>
              <a:rPr lang="en-US" cap="none"/>
              <a:t>Serves As A Base For Future Scalable CRM Solutions.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E7927-D6A8-1C1C-6782-18AED8F5A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2630911"/>
            <a:ext cx="7773338" cy="1596177"/>
          </a:xfrm>
        </p:spPr>
        <p:txBody>
          <a:bodyPr>
            <a:normAutofit/>
          </a:bodyPr>
          <a:lstStyle/>
          <a:p>
            <a:r>
              <a:rPr lang="en-US" sz="8000">
                <a:solidFill>
                  <a:srgbClr val="FF0000"/>
                </a:solidFill>
                <a:latin typeface="Bradley Hand ITC" panose="03070402050302030203" pitchFamily="66" charset="0"/>
              </a:rPr>
              <a:t>Thank You</a:t>
            </a:r>
            <a:endParaRPr lang="en-IN" sz="800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19766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Application>Microsoft Office PowerPoint</Application>
  <PresentationFormat>On-screen Show (4:3)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Droplet</vt:lpstr>
      <vt:lpstr>CRM Console Application</vt:lpstr>
      <vt:lpstr>Introduction</vt:lpstr>
      <vt:lpstr>Motivation &amp; Problem Statement</vt:lpstr>
      <vt:lpstr>Objectives</vt:lpstr>
      <vt:lpstr>System Overview</vt:lpstr>
      <vt:lpstr>System Design &amp; Architecture</vt:lpstr>
      <vt:lpstr>Implementation</vt:lpstr>
      <vt:lpstr>Output description</vt:lpstr>
      <vt:lpstr>Results &amp; Performance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2025-11-07T06:19:51Z</dcterms:modified>
  <cp:category/>
</cp:coreProperties>
</file>